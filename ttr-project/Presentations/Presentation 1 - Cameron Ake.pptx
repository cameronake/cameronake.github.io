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Amatic SC"/>
      <p:regular r:id="rId23"/>
      <p:bold r:id="rId24"/>
    </p:embeddedFont>
    <p:embeddedFont>
      <p:font typeface="Source Code Pr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7" name="Selma Yilma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AmaticSC-bold.fntdata"/><Relationship Id="rId23" Type="http://schemas.openxmlformats.org/officeDocument/2006/relationships/font" Target="fonts/AmaticSC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SourceCodePro-bold.fntdata"/><Relationship Id="rId25" Type="http://schemas.openxmlformats.org/officeDocument/2006/relationships/font" Target="fonts/SourceCodePro-regular.fntdata"/><Relationship Id="rId28" Type="http://schemas.openxmlformats.org/officeDocument/2006/relationships/font" Target="fonts/SourceCodePro-boldItalic.fntdata"/><Relationship Id="rId27" Type="http://schemas.openxmlformats.org/officeDocument/2006/relationships/font" Target="fonts/SourceCodePr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3-10-02T17:29:17.658">
    <p:pos x="6000" y="0"/>
    <p:text>Overall: 
Nice presentation and nice slides with good flow.
But could be more fun with demo etc.</p:text>
  </p:cm>
  <p:cm authorId="0" idx="2" dt="2023-10-02T17:05:37.119">
    <p:pos x="196" y="583"/>
    <p:text>Remove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3-10-02T17:07:16.402">
    <p:pos x="196" y="773"/>
    <p:text>Show us a game being played for a bit to make presentation more fun. Would be good for people who are not familiar with the game.
You don't have to play it live, can use a recording.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3-10-02T17:12:22.719">
    <p:pos x="-43" y="677"/>
    <p:text>Probably we cannot make it public due to copyright issues.
This bullet point needs revision: Mention that you may sell your idea, AI, to Ticket to Ride or collaborate with them in some way to integrate it in their game.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3-10-02T17:13:07.968">
    <p:pos x="196" y="773"/>
    <p:text>Remove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3-10-02T17:14:26.187">
    <p:pos x="196" y="773"/>
    <p:text>Can we do this without Ticket to Ride people's permission?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3-10-02T17:28:15.026">
    <p:pos x="196" y="184"/>
    <p:text>Check out these:
https://github.com/mcandocia/tickets_ai
https://ieeexplore.ieee.org/abstract/document/10154465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edd1531c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edd1531c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edd1531c4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edd1531c4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f9354487b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f9354487b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edd1531c4f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edd1531c4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edd1531c4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edd1531c4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edd1531c4f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edd1531c4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f9354487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f9354487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bf1023f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fbf1023f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f9354487b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f9354487b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10563e5b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10563e5b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354487b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354487b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edd1531c4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edd1531c4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f9354487b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f9354487b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edd1531c4f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edd1531c4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edd1531c4f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edd1531c4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2.xml"/><Relationship Id="rId4" Type="http://schemas.openxmlformats.org/officeDocument/2006/relationships/image" Target="../media/image3.png"/><Relationship Id="rId5" Type="http://schemas.openxmlformats.org/officeDocument/2006/relationships/hyperlink" Target="https://oneboardfamily.com/app-review-ticket-ride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3.xml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4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5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6.xml"/><Relationship Id="rId4" Type="http://schemas.openxmlformats.org/officeDocument/2006/relationships/hyperlink" Target="https://stackoverflow.com/questions/4142151/how-to-import-the-class-within-the-same-directory-or-sub-directory" TargetMode="External"/><Relationship Id="rId5" Type="http://schemas.openxmlformats.org/officeDocument/2006/relationships/hyperlink" Target="https://ticket-to-ride.fandom.com/wiki/List_of_Ticket_to_Ride_Destination_Tickets" TargetMode="External"/><Relationship Id="rId6" Type="http://schemas.openxmlformats.org/officeDocument/2006/relationships/hyperlink" Target="https://www.eecs.tufts.edu/~jsinapov/teaching/comp150_RL/reports/Nguyen_Dinjian_report.pdf" TargetMode="External"/><Relationship Id="rId7" Type="http://schemas.openxmlformats.org/officeDocument/2006/relationships/hyperlink" Target="https://www.reddit.com/r/tickettoride/comments/vxy4rr/i_built_an_ai_to_play_the_physical_ticket_to_ride/" TargetMode="External"/><Relationship Id="rId8" Type="http://schemas.openxmlformats.org/officeDocument/2006/relationships/hyperlink" Target="https://github.com/ss2cp/AI-TicketToRid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9255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Title:</a:t>
            </a:r>
            <a:r>
              <a:rPr lang="en"/>
              <a:t> </a:t>
            </a:r>
            <a:r>
              <a:rPr b="0" lang="en"/>
              <a:t>Creating a Bot to Play Ticket to Ride</a:t>
            </a:r>
            <a:endParaRPr b="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248250" y="3576850"/>
            <a:ext cx="8705100" cy="130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455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55"/>
              <a:t>Group members:</a:t>
            </a:r>
            <a:r>
              <a:rPr b="0" lang="en" sz="1455"/>
              <a:t> Cameron Ake</a:t>
            </a:r>
            <a:endParaRPr b="0" sz="1455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55"/>
              <a:t>Date: </a:t>
            </a:r>
            <a:r>
              <a:rPr b="0" lang="en" sz="1455"/>
              <a:t>9/26/2023</a:t>
            </a:r>
            <a:endParaRPr b="0" sz="1455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55"/>
              <a:t>Period: </a:t>
            </a:r>
            <a:r>
              <a:rPr b="0" lang="en" sz="1455"/>
              <a:t>4</a:t>
            </a:r>
            <a:endParaRPr b="0" sz="1455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55"/>
              <a:t>Milestone: </a:t>
            </a:r>
            <a:r>
              <a:rPr b="0" lang="en" sz="1455"/>
              <a:t>Must have decided the project by now</a:t>
            </a:r>
            <a:endParaRPr b="0" sz="1455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455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15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 want to make a bot to play Ticket to Ride!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Strategy board game! (will explain </a:t>
            </a:r>
            <a:r>
              <a:rPr lang="en"/>
              <a:t>overview of </a:t>
            </a:r>
            <a:r>
              <a:rPr lang="en"/>
              <a:t>the mechanics soon)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Generally, playing friends online isn’t feasible; playing in-person takes an hour, so playing a bot is usually the most feasible option to do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33438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Ticket to Ride App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Game mechanics (basic overview)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Drawing cards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Tickets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Playing trains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Earning points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Game end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3999" y="828575"/>
            <a:ext cx="5550825" cy="32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3883250" y="4156425"/>
            <a:ext cx="5047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Image from </a:t>
            </a:r>
            <a:r>
              <a:rPr lang="en" u="sng">
                <a:solidFill>
                  <a:schemeClr val="hlink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5"/>
              </a:rPr>
              <a:t>https://oneboardfamily.com/app-review-ticket-ride/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SOLUTIONS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83100" y="1228675"/>
            <a:ext cx="4260300" cy="36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Current Ticket to Ride bots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Don’t take necessary routes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Generally make transparently bad decisions, even late-game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Previous implementations: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Paper: “reinforcement learning for this is bad”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Java implementation posted on GitHub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Improper implementation of connections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Someone on Reddit coded some functionalities and basic strategies but not anything in terms of learning strategy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1625" y="539350"/>
            <a:ext cx="1657825" cy="40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7550" y="549025"/>
            <a:ext cx="3045501" cy="406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Ours BETTER?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Detailed earlier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Could use varying parameters to simulate </a:t>
            </a:r>
            <a:r>
              <a:rPr lang="en"/>
              <a:t>different strategies and have many iterations of bots play against each other to actually “learn” good strategies (develop them on their own)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Haven’t hashed out exact algorithm yet; I’ve focused more on creating the functionality of the game so far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Novelty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New implementation (nobody has made a bot as advanced/learned as I plan to)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Better (hopefully) bot!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often that the bot wins compared to the lackluster current bots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-69300" y="1076275"/>
            <a:ext cx="45570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More ability for Ticket to Ride players to develop their abilities and enjoy the game by playing challenging bots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More ability to play Ticket to Ride overall; current options are complicated board setup or $10 mobile game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More development in terms of the possibilities of artificial intelligence for complex games</a:t>
            </a:r>
            <a:endParaRPr sz="1600"/>
          </a:p>
        </p:txBody>
      </p:sp>
      <p:pic>
        <p:nvPicPr>
          <p:cNvPr id="98" name="Google Shape;98;p19"/>
          <p:cNvPicPr preferRelativeResize="0"/>
          <p:nvPr/>
        </p:nvPicPr>
        <p:blipFill rotWithShape="1">
          <a:blip r:embed="rId4">
            <a:alphaModFix/>
          </a:blip>
          <a:srcRect b="18075" l="0" r="0" t="18209"/>
          <a:stretch/>
        </p:blipFill>
        <p:spPr>
          <a:xfrm>
            <a:off x="4497500" y="1105450"/>
            <a:ext cx="4557000" cy="290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First, code the functionality of the game and be able to play (make a bot that acts randomly, test these </a:t>
            </a:r>
            <a:r>
              <a:rPr lang="en"/>
              <a:t>things)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Then, create algorithm to pit bots against each other and choose the best parameters for decision-making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Potentially, genetic algorithm-esque: generate new bots based on the bots that worked well each time the bots are pitted against each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Maybe: selecting bots with clearly different “strategies” for some variety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Then, make website to implement </a:t>
            </a:r>
            <a:r>
              <a:rPr lang="en"/>
              <a:t>if I have time? (very unsure how long middle part will take)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METHOD: Systems Architecture</a:t>
            </a:r>
            <a:endParaRPr/>
          </a:p>
        </p:txBody>
      </p:sp>
      <p:sp>
        <p:nvSpPr>
          <p:cNvPr id="110" name="Google Shape;110;p21"/>
          <p:cNvSpPr/>
          <p:nvPr/>
        </p:nvSpPr>
        <p:spPr>
          <a:xfrm>
            <a:off x="526950" y="1278175"/>
            <a:ext cx="3319500" cy="1257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Source Code Pro"/>
                <a:ea typeface="Source Code Pro"/>
                <a:cs typeface="Source Code Pro"/>
                <a:sym typeface="Source Code Pro"/>
              </a:rPr>
              <a:t>Input:</a:t>
            </a:r>
            <a:endParaRPr b="1"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Initial state of board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Cards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Tickets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Strategy parameters for each bot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4419925" y="1680925"/>
            <a:ext cx="3075600" cy="1213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Source Code Pro"/>
                <a:ea typeface="Source Code Pro"/>
                <a:cs typeface="Source Code Pro"/>
                <a:sym typeface="Source Code Pro"/>
              </a:rPr>
              <a:t>During:</a:t>
            </a:r>
            <a:endParaRPr b="1"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Graph for routes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Dictionary for cards in hand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Graph search (smallest route)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Strategy parameters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691925" y="3887300"/>
            <a:ext cx="2872500" cy="10446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Source Code Pro"/>
                <a:ea typeface="Source Code Pro"/>
                <a:cs typeface="Source Code Pro"/>
                <a:sym typeface="Source Code Pro"/>
              </a:rPr>
              <a:t>In-between</a:t>
            </a:r>
            <a:r>
              <a:rPr b="1" lang="en" sz="1200"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b="1"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Which bots did best?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Adjust parameters for bots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New match between bots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3" name="Google Shape;113;p21"/>
          <p:cNvSpPr/>
          <p:nvPr/>
        </p:nvSpPr>
        <p:spPr>
          <a:xfrm>
            <a:off x="3855250" y="1924100"/>
            <a:ext cx="564600" cy="32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1"/>
          <p:cNvSpPr/>
          <p:nvPr/>
        </p:nvSpPr>
        <p:spPr>
          <a:xfrm rot="5400000">
            <a:off x="5730850" y="2892325"/>
            <a:ext cx="318600" cy="32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1"/>
          <p:cNvSpPr/>
          <p:nvPr/>
        </p:nvSpPr>
        <p:spPr>
          <a:xfrm rot="9183329">
            <a:off x="3455510" y="3809179"/>
            <a:ext cx="1559826" cy="32334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1"/>
          <p:cNvSpPr/>
          <p:nvPr/>
        </p:nvSpPr>
        <p:spPr>
          <a:xfrm>
            <a:off x="4864575" y="3231025"/>
            <a:ext cx="3319500" cy="9075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Source Code Pro"/>
                <a:ea typeface="Source Code Pro"/>
                <a:cs typeface="Source Code Pro"/>
                <a:sym typeface="Source Code Pro"/>
              </a:rPr>
              <a:t>Output</a:t>
            </a:r>
            <a:r>
              <a:rPr b="1" lang="en" sz="1200"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b="1"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Moves (state of board each turn)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Winner and points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7" name="Google Shape;117;p21"/>
          <p:cNvSpPr/>
          <p:nvPr/>
        </p:nvSpPr>
        <p:spPr>
          <a:xfrm flipH="1" rot="5400000">
            <a:off x="1341175" y="3046925"/>
            <a:ext cx="1345800" cy="32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/>
          <p:nvPr/>
        </p:nvSpPr>
        <p:spPr>
          <a:xfrm>
            <a:off x="1019450" y="3100700"/>
            <a:ext cx="868800" cy="3234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 u="sng">
                <a:latin typeface="Source Code Pro"/>
                <a:ea typeface="Source Code Pro"/>
                <a:cs typeface="Source Code Pro"/>
                <a:sym typeface="Source Code Pro"/>
              </a:rPr>
              <a:t>repeat!</a:t>
            </a:r>
            <a:endParaRPr i="1" sz="1200" u="sng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 structures done!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RandomBot is (kinda) done - I made it take every type of action but I haven’t actually had it play full games yet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other results; it hasn’t been too long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 mentioned prior, unlikelihood of reinforcement learning being effective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Difficulty of making website; new territory if I get to that point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FUTURE WORK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Going well so far!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Next 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Make code to play through an entire game, supervise, ensure RandomBot works properly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More research on potential algorithms to use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Functionality to have player play against bot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Test with RandomBot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Questions?</a:t>
            </a:r>
            <a:endParaRPr/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2175" y="-385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8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rPr>
              <a:t>D</a:t>
            </a:r>
            <a:r>
              <a:rPr b="1" lang="en" sz="78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rPr>
              <a:t>emo (If you are building on an existing project)</a:t>
            </a:r>
            <a:endParaRPr sz="7900"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-261350" y="3743275"/>
            <a:ext cx="92460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9900FF"/>
                </a:solidFill>
                <a:latin typeface="Amatic SC"/>
                <a:ea typeface="Amatic SC"/>
                <a:cs typeface="Amatic SC"/>
                <a:sym typeface="Amatic SC"/>
              </a:rPr>
              <a:t>(i am not building on an existing project)</a:t>
            </a:r>
            <a:endParaRPr sz="24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Ticket to Ride app from Days of Wonder on App Store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Stack Overflow for Python tips (most notably, </a:t>
            </a:r>
            <a:r>
              <a:rPr lang="en" u="sng">
                <a:solidFill>
                  <a:schemeClr val="hlink"/>
                </a:solidFill>
                <a:hlinkClick r:id="rId4"/>
              </a:rPr>
              <a:t>sorting out data structures and classes in different files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Destination ticket data from </a:t>
            </a:r>
            <a:r>
              <a:rPr lang="en" u="sng">
                <a:solidFill>
                  <a:schemeClr val="hlink"/>
                </a:solidFill>
                <a:hlinkClick r:id="rId5"/>
              </a:rPr>
              <a:t>Fandom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6"/>
              </a:rPr>
              <a:t>Reinforcement Learning Is Bad For TTR paper</a:t>
            </a:r>
            <a:r>
              <a:rPr lang="en"/>
              <a:t> (Daniel Dinjian &amp; Cuong Nguyen, from Tufts University)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7"/>
              </a:rPr>
              <a:t>Reddit Person Who Made More Basic Bot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8"/>
              </a:rPr>
              <a:t>Github With Bad Information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200">
              <a:solidFill>
                <a:schemeClr val="accent1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rPr>
              <a:t>                                    </a:t>
            </a:r>
            <a:r>
              <a:rPr b="1" lang="en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rPr>
              <a:t>THANKS!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