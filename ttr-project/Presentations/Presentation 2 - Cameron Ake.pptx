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elma Yilma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3-11-14T20:12:59.931">
    <p:pos x="196" y="184"/>
    <p:text>You don't have to have a systems architecture. I don't think this is a system architecture. Title can be just "Method"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12f9f9016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12f9f9016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912f9f901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912f9f901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912f9f901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912f9f901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912f9f9016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912f9f9016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912f9f9016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912f9f9016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912f9f901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912f9f901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12f9f901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12f9f901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912f9f901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912f9f901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912f9f901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912f9f901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12f9f9016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912f9f9016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912f9f901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912f9f901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912f9f901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912f9f901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912f9f9016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912f9f9016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912f9f901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912f9f901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12f9f901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12f9f901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912f9f901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912f9f901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hyperlink" Target="https://oneboardfamily.com/app-review-ticket-ride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railbyrail.com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stackoverflow.com/questions/4142151/how-to-import-the-class-within-the-same-directory-or-sub-directory" TargetMode="External"/><Relationship Id="rId4" Type="http://schemas.openxmlformats.org/officeDocument/2006/relationships/hyperlink" Target="https://ticket-to-ride.fandom.com/wiki/List_of_Ticket_to_Ride_Destination_Tickets" TargetMode="External"/><Relationship Id="rId9" Type="http://schemas.openxmlformats.org/officeDocument/2006/relationships/hyperlink" Target="https://ieeexplore.ieee.org/abstract/document/10154465" TargetMode="External"/><Relationship Id="rId5" Type="http://schemas.openxmlformats.org/officeDocument/2006/relationships/hyperlink" Target="https://www.eecs.tufts.edu/~jsinapov/teaching/comp150_RL/reports/Nguyen_Dinjian_report.pdf" TargetMode="External"/><Relationship Id="rId6" Type="http://schemas.openxmlformats.org/officeDocument/2006/relationships/hyperlink" Target="https://www.reddit.com/r/tickettoride/comments/vxy4rr/i_built_an_ai_to_play_the_physical_ticket_to_ride/" TargetMode="External"/><Relationship Id="rId7" Type="http://schemas.openxmlformats.org/officeDocument/2006/relationships/hyperlink" Target="https://github.com/ss2cp/AI-TicketToRide" TargetMode="External"/><Relationship Id="rId8" Type="http://schemas.openxmlformats.org/officeDocument/2006/relationships/hyperlink" Target="https://www.railbyrail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9255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Creating a Bot to Play Ticket to Ride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248250" y="3576850"/>
            <a:ext cx="8705100" cy="130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Group members:</a:t>
            </a:r>
            <a:r>
              <a:rPr b="0" lang="en" sz="1455"/>
              <a:t> Cameron Ake (cake)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Date: </a:t>
            </a:r>
            <a:r>
              <a:rPr b="0" lang="en" sz="1455"/>
              <a:t>10</a:t>
            </a:r>
            <a:r>
              <a:rPr b="0" lang="en" sz="1455"/>
              <a:t>/23/2023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Period: </a:t>
            </a:r>
            <a:r>
              <a:rPr b="0" lang="en" sz="1455"/>
              <a:t>4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55"/>
              <a:t>Milestone: </a:t>
            </a:r>
            <a:r>
              <a:rPr b="0" lang="en" sz="1455"/>
              <a:t>October 23-31, 2023</a:t>
            </a:r>
            <a:endParaRPr b="0" sz="145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55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15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 want to make a bot to play Ticket to Ride!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Strategy board game!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Generally, playing friends online isn’t feasible; playing in-person takes an hour, so playing a bot is usually the most feasible option to do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bots are unhelpful for experimenting with strategies or having fun, because they always lose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311700" y="1228675"/>
            <a:ext cx="33438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Game mechanics (basic overview)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Drawing cards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Tickets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Playing trains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Earning 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Game end</a:t>
            </a:r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3999" y="828575"/>
            <a:ext cx="5550825" cy="32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/>
        </p:nvSpPr>
        <p:spPr>
          <a:xfrm>
            <a:off x="3883250" y="4156425"/>
            <a:ext cx="504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Image from </a:t>
            </a: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/>
              </a:rPr>
              <a:t>https://oneboardfamily.com/app-review-ticket-ride/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SOLUTIONS</a:t>
            </a:r>
            <a:endParaRPr/>
          </a:p>
        </p:txBody>
      </p:sp>
      <p:sp>
        <p:nvSpPr>
          <p:cNvPr id="122" name="Google Shape;122;p28"/>
          <p:cNvSpPr txBox="1"/>
          <p:nvPr>
            <p:ph idx="1" type="body"/>
          </p:nvPr>
        </p:nvSpPr>
        <p:spPr>
          <a:xfrm>
            <a:off x="83100" y="1228675"/>
            <a:ext cx="42603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Ticket to Ride bots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Don’t take necessary routes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Generally make transparently bad decisions, even late-game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Previous implementations: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Paper: “reinforcement learning for this is bad”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Java implementation posted on GitHub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Improper implementation of connections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Someone on Reddit coded some functionalities and basic strategies but not anything in terms of learning strategy</a:t>
            </a:r>
            <a:endParaRPr/>
          </a:p>
        </p:txBody>
      </p:sp>
      <p:pic>
        <p:nvPicPr>
          <p:cNvPr id="123" name="Google Shape;1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1625" y="539350"/>
            <a:ext cx="1657825" cy="40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550" y="549025"/>
            <a:ext cx="3045501" cy="40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</a:t>
            </a:r>
            <a:r>
              <a:rPr lang="en"/>
              <a:t>OTHER SOLUTIONS</a:t>
            </a:r>
            <a:endParaRPr/>
          </a:p>
        </p:txBody>
      </p:sp>
      <p:sp>
        <p:nvSpPr>
          <p:cNvPr id="130" name="Google Shape;130;p29"/>
          <p:cNvSpPr txBox="1"/>
          <p:nvPr>
            <p:ph idx="1" type="body"/>
          </p:nvPr>
        </p:nvSpPr>
        <p:spPr>
          <a:xfrm>
            <a:off x="83100" y="1228675"/>
            <a:ext cx="42603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Reddit people who made an implementation of Ticket to Ride online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It (presumably) violated copyright and they changed it to a puzzle game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https://www.railbyrail.com/</a:t>
            </a:r>
            <a:r>
              <a:rPr lang="en"/>
              <a:t>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More papers by the same people who had said it was implausible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Took a team of nine professors, who created very strong bots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We want bots who will also lose to humans every so often - perfection isn’t desirable</a:t>
            </a:r>
            <a:endParaRPr/>
          </a:p>
        </p:txBody>
      </p:sp>
      <p:pic>
        <p:nvPicPr>
          <p:cNvPr id="131" name="Google Shape;131;p29"/>
          <p:cNvPicPr preferRelativeResize="0"/>
          <p:nvPr/>
        </p:nvPicPr>
        <p:blipFill rotWithShape="1">
          <a:blip r:embed="rId4">
            <a:alphaModFix/>
          </a:blip>
          <a:srcRect b="0" l="3972" r="31957" t="0"/>
          <a:stretch/>
        </p:blipFill>
        <p:spPr>
          <a:xfrm>
            <a:off x="4309700" y="89350"/>
            <a:ext cx="3110275" cy="255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9239" y="2571750"/>
            <a:ext cx="2969036" cy="24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Ours BETTER?</a:t>
            </a:r>
            <a:endParaRPr/>
          </a:p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Detailed earlier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Could use varying parameters to simulate different strategies and have many iterations of bots play against each other to actually “learn” good strategies (develop them on their own)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Haven’t hashed out exact algorithm yet; I’ve focused more on creating the functionality of the game so far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tailorable to create bots at any </a:t>
            </a:r>
            <a:r>
              <a:rPr lang="en"/>
              <a:t>particular desired skill level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Novelty</a:t>
            </a:r>
            <a:endParaRPr/>
          </a:p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implementation (nobody has made a bot as versatile as I plan to)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Better (hopefully) bot!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often that the bot wins compared to the lackluster current bots, but not so often that it will discourage humans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</a:t>
            </a:r>
            <a:endParaRPr/>
          </a:p>
        </p:txBody>
      </p:sp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-69300" y="1076275"/>
            <a:ext cx="4557000" cy="38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ability for Ticket to Ride players to develop their abilities and enjoy the game by playing challenging bots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More development in terms of the possibilities of artificial intelligence for complex games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Copyright problematic for simply creating a website: </a:t>
            </a:r>
            <a:endParaRPr sz="160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 sz="1350"/>
              <a:t>Possibility of creating spinoff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en" sz="1350"/>
              <a:t>Alternative possibility of selling AI algorithms to Days of Wonder to implement</a:t>
            </a:r>
            <a:endParaRPr sz="1350"/>
          </a:p>
        </p:txBody>
      </p:sp>
      <p:pic>
        <p:nvPicPr>
          <p:cNvPr id="151" name="Google Shape;151;p32"/>
          <p:cNvPicPr preferRelativeResize="0"/>
          <p:nvPr/>
        </p:nvPicPr>
        <p:blipFill rotWithShape="1">
          <a:blip r:embed="rId3">
            <a:alphaModFix/>
          </a:blip>
          <a:srcRect b="18075" l="0" r="0" t="18209"/>
          <a:stretch/>
        </p:blipFill>
        <p:spPr>
          <a:xfrm>
            <a:off x="4497500" y="1105450"/>
            <a:ext cx="4557000" cy="290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 have (almost completely) finished </a:t>
            </a:r>
            <a:r>
              <a:rPr lang="en"/>
              <a:t>making a bot that acts randomly, and tests game possibilities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Method to take turns, method to play through game, graph traversal to find which tickets have been found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After RandomBot is polished up, I’ll add in heuristic functions for the amount that a given bot “wants” to make a given move on their turn by using their values for how much they “like” given things so the bot can make a next move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Then, create algorithm to pit bots against each other and choose the best parameters for decision-making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Potentially, genetic algorithm-esque: generate new bots based on the bots that worked well each time the bots are pitted against each other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Maybe: selecting bots with clearly different “strategies” for some variety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Then, make spinoff TTR website to implement </a:t>
            </a:r>
            <a:r>
              <a:rPr lang="en"/>
              <a:t>if I have time? Or see if I can work with Days of Wonder </a:t>
            </a:r>
            <a:r>
              <a:rPr lang="en"/>
              <a:t>about</a:t>
            </a:r>
            <a:r>
              <a:rPr lang="en"/>
              <a:t> this given results (very unsure how long the middle part will take)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METHOD: </a:t>
            </a:r>
            <a:r>
              <a:rPr lang="en"/>
              <a:t>Systems Architecture</a:t>
            </a:r>
            <a:endParaRPr/>
          </a:p>
        </p:txBody>
      </p:sp>
      <p:sp>
        <p:nvSpPr>
          <p:cNvPr id="163" name="Google Shape;163;p34"/>
          <p:cNvSpPr/>
          <p:nvPr/>
        </p:nvSpPr>
        <p:spPr>
          <a:xfrm>
            <a:off x="526950" y="1278175"/>
            <a:ext cx="3319500" cy="1257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Input: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Initial state of board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Cards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Tickets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Strategy parameters for each bot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4" name="Google Shape;164;p34"/>
          <p:cNvSpPr/>
          <p:nvPr/>
        </p:nvSpPr>
        <p:spPr>
          <a:xfrm>
            <a:off x="4419925" y="1680925"/>
            <a:ext cx="3075600" cy="1213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During: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Graph for routes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Dictionary for cards in hand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Graph search (smallest route)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Strategy parameters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5" name="Google Shape;165;p34"/>
          <p:cNvSpPr/>
          <p:nvPr/>
        </p:nvSpPr>
        <p:spPr>
          <a:xfrm>
            <a:off x="691925" y="3887300"/>
            <a:ext cx="2872500" cy="1044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In-between: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Which bots did best?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Adjust parameters for bots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New match between bots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6" name="Google Shape;166;p34"/>
          <p:cNvSpPr/>
          <p:nvPr/>
        </p:nvSpPr>
        <p:spPr>
          <a:xfrm>
            <a:off x="3855250" y="1924100"/>
            <a:ext cx="5646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4"/>
          <p:cNvSpPr/>
          <p:nvPr/>
        </p:nvSpPr>
        <p:spPr>
          <a:xfrm rot="5400000">
            <a:off x="5730850" y="2892325"/>
            <a:ext cx="3186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4"/>
          <p:cNvSpPr/>
          <p:nvPr/>
        </p:nvSpPr>
        <p:spPr>
          <a:xfrm rot="9183329">
            <a:off x="3455510" y="3809179"/>
            <a:ext cx="1559826" cy="32334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4"/>
          <p:cNvSpPr/>
          <p:nvPr/>
        </p:nvSpPr>
        <p:spPr>
          <a:xfrm>
            <a:off x="4864575" y="3231025"/>
            <a:ext cx="3319500" cy="907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Source Code Pro"/>
                <a:ea typeface="Source Code Pro"/>
                <a:cs typeface="Source Code Pro"/>
                <a:sym typeface="Source Code Pro"/>
              </a:rPr>
              <a:t>Output:</a:t>
            </a:r>
            <a:endParaRPr b="1"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Moves (state of board each turn)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Winner and points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0" name="Google Shape;170;p34"/>
          <p:cNvSpPr/>
          <p:nvPr/>
        </p:nvSpPr>
        <p:spPr>
          <a:xfrm flipH="1" rot="5400000">
            <a:off x="1341175" y="3046925"/>
            <a:ext cx="1345800" cy="32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4"/>
          <p:cNvSpPr/>
          <p:nvPr/>
        </p:nvSpPr>
        <p:spPr>
          <a:xfrm>
            <a:off x="1019450" y="3100700"/>
            <a:ext cx="868800" cy="3234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 u="sng">
                <a:latin typeface="Source Code Pro"/>
                <a:ea typeface="Source Code Pro"/>
                <a:cs typeface="Source Code Pro"/>
                <a:sym typeface="Source Code Pro"/>
              </a:rPr>
              <a:t>repeat!</a:t>
            </a:r>
            <a:endParaRPr i="1" sz="1200" u="sng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311700" y="847675"/>
            <a:ext cx="42168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structures done!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RandomBot is done! I fixed at least 15 bugs, but I made it take every type of action, have had it play full games, and have added a mechanism to see if a ticket is satisfied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Close to done w/implementing overall game!</a:t>
            </a:r>
            <a:endParaRPr/>
          </a:p>
        </p:txBody>
      </p:sp>
      <p:pic>
        <p:nvPicPr>
          <p:cNvPr id="178" name="Google Shape;1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1350" y="358175"/>
            <a:ext cx="3678325" cy="44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78850"/>
            <a:ext cx="4127726" cy="107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85" name="Google Shape;185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mentioned prior, difficulty of implementing reinforcement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Difficulty of making website; new territory if I get to that point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Alternative: Reach out to Days of Wonder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Possibility that they will ghost and/or not care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FUTURE WORK</a:t>
            </a:r>
            <a:endParaRPr/>
          </a:p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Going well so far! (although lots of bugs I’ve had to deal with)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Next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More research on potential algorithms to use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Functionality to have player play against bot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Test with RandomBot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Questions?</a:t>
            </a:r>
            <a:endParaRPr/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175" y="-385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04" name="Google Shape;204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Ticket to Ride app from Days of Wonder on App Store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Stack Overflow for Python tips (most notably, </a:t>
            </a:r>
            <a:r>
              <a:rPr lang="en" u="sng">
                <a:solidFill>
                  <a:schemeClr val="hlink"/>
                </a:solidFill>
                <a:hlinkClick r:id="rId3"/>
              </a:rPr>
              <a:t>sorting out data structures and classes in different files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Destination ticket data from </a:t>
            </a:r>
            <a:r>
              <a:rPr lang="en" u="sng">
                <a:solidFill>
                  <a:schemeClr val="hlink"/>
                </a:solidFill>
                <a:hlinkClick r:id="rId4"/>
              </a:rPr>
              <a:t>Fandom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Reinforcement Learning Is Bad For TTR paper</a:t>
            </a:r>
            <a:r>
              <a:rPr lang="en"/>
              <a:t> (Daniel Dinjian &amp; Cuong Nguyen, from Tufts University)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6"/>
              </a:rPr>
              <a:t>Reddit Person Who Made More Basic Bot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7"/>
              </a:rPr>
              <a:t>Github With Bad Information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8"/>
              </a:rPr>
              <a:t>railbyrail.com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9"/>
              </a:rPr>
              <a:t>Professors who Used Reinforcement Learning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chemeClr val="accent1"/>
              </a:solidFill>
              <a:latin typeface="Amatic SC"/>
              <a:ea typeface="Amatic SC"/>
              <a:cs typeface="Amatic SC"/>
              <a:sym typeface="Amatic S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rPr>
              <a:t>                                    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